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82C722-358C-1847-A503-BDD96425242C}" v="32" dt="2026-01-29T15:52:51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ik Purkayastha" userId="bfb58a31-4a3a-4e31-ad2e-8f5115e1c12c" providerId="ADAL" clId="{962736A3-46A0-44D0-AFC5-FD6CCC3ABD2B}"/>
    <pc:docChg chg="undo custSel addSld modSld">
      <pc:chgData name="Soumik Purkayastha" userId="bfb58a31-4a3a-4e31-ad2e-8f5115e1c12c" providerId="ADAL" clId="{962736A3-46A0-44D0-AFC5-FD6CCC3ABD2B}" dt="2026-01-28T10:31:50.444" v="392" actId="1037"/>
      <pc:docMkLst>
        <pc:docMk/>
      </pc:docMkLst>
      <pc:sldChg chg="addSp delSp modSp mod">
        <pc:chgData name="Soumik Purkayastha" userId="bfb58a31-4a3a-4e31-ad2e-8f5115e1c12c" providerId="ADAL" clId="{962736A3-46A0-44D0-AFC5-FD6CCC3ABD2B}" dt="2026-01-28T10:30:11.893" v="335" actId="20577"/>
        <pc:sldMkLst>
          <pc:docMk/>
          <pc:sldMk cId="3598200433" sldId="256"/>
        </pc:sldMkLst>
        <pc:spChg chg="add mod">
          <ac:chgData name="Soumik Purkayastha" userId="bfb58a31-4a3a-4e31-ad2e-8f5115e1c12c" providerId="ADAL" clId="{962736A3-46A0-44D0-AFC5-FD6CCC3ABD2B}" dt="2026-01-28T10:30:11.893" v="335" actId="20577"/>
          <ac:spMkLst>
            <pc:docMk/>
            <pc:sldMk cId="3598200433" sldId="256"/>
            <ac:spMk id="3" creationId="{578B5695-66E0-5FAF-0718-1501CBF6834D}"/>
          </ac:spMkLst>
        </pc:spChg>
        <pc:spChg chg="mod ord">
          <ac:chgData name="Soumik Purkayastha" userId="bfb58a31-4a3a-4e31-ad2e-8f5115e1c12c" providerId="ADAL" clId="{962736A3-46A0-44D0-AFC5-FD6CCC3ABD2B}" dt="2026-01-28T09:19:19.054" v="20" actId="170"/>
          <ac:spMkLst>
            <pc:docMk/>
            <pc:sldMk cId="3598200433" sldId="256"/>
            <ac:spMk id="12" creationId="{00C49FCD-3EF0-A572-2BF9-4F8941B4D7D3}"/>
          </ac:spMkLst>
        </pc:spChg>
        <pc:spChg chg="mod ord">
          <ac:chgData name="Soumik Purkayastha" userId="bfb58a31-4a3a-4e31-ad2e-8f5115e1c12c" providerId="ADAL" clId="{962736A3-46A0-44D0-AFC5-FD6CCC3ABD2B}" dt="2026-01-28T09:19:55.060" v="36" actId="14100"/>
          <ac:spMkLst>
            <pc:docMk/>
            <pc:sldMk cId="3598200433" sldId="256"/>
            <ac:spMk id="13" creationId="{9702BE0B-AA77-A38D-A385-D51EDE0810E7}"/>
          </ac:spMkLst>
        </pc:spChg>
        <pc:spChg chg="mod">
          <ac:chgData name="Soumik Purkayastha" userId="bfb58a31-4a3a-4e31-ad2e-8f5115e1c12c" providerId="ADAL" clId="{962736A3-46A0-44D0-AFC5-FD6CCC3ABD2B}" dt="2026-01-28T09:21:15.516" v="62" actId="14100"/>
          <ac:spMkLst>
            <pc:docMk/>
            <pc:sldMk cId="3598200433" sldId="256"/>
            <ac:spMk id="14" creationId="{96CCEF58-9FF9-74AB-B07C-B07C4FD6941F}"/>
          </ac:spMkLst>
        </pc:spChg>
        <pc:spChg chg="add">
          <ac:chgData name="Soumik Purkayastha" userId="bfb58a31-4a3a-4e31-ad2e-8f5115e1c12c" providerId="ADAL" clId="{962736A3-46A0-44D0-AFC5-FD6CCC3ABD2B}" dt="2026-01-28T09:18:16.467" v="1"/>
          <ac:spMkLst>
            <pc:docMk/>
            <pc:sldMk cId="3598200433" sldId="256"/>
            <ac:spMk id="15" creationId="{F98EF6E7-459D-A893-1BC7-9B1DA7777E5A}"/>
          </ac:spMkLst>
        </pc:spChg>
        <pc:picChg chg="del">
          <ac:chgData name="Soumik Purkayastha" userId="bfb58a31-4a3a-4e31-ad2e-8f5115e1c12c" providerId="ADAL" clId="{962736A3-46A0-44D0-AFC5-FD6CCC3ABD2B}" dt="2026-01-28T09:18:15.905" v="0" actId="478"/>
          <ac:picMkLst>
            <pc:docMk/>
            <pc:sldMk cId="3598200433" sldId="256"/>
            <ac:picMk id="5" creationId="{CE2EC752-E34C-1EEE-BE8B-34AB931127C3}"/>
          </ac:picMkLst>
        </pc:picChg>
        <pc:picChg chg="mod">
          <ac:chgData name="Soumik Purkayastha" userId="bfb58a31-4a3a-4e31-ad2e-8f5115e1c12c" providerId="ADAL" clId="{962736A3-46A0-44D0-AFC5-FD6CCC3ABD2B}" dt="2026-01-28T09:19:10.123" v="16" actId="1076"/>
          <ac:picMkLst>
            <pc:docMk/>
            <pc:sldMk cId="3598200433" sldId="256"/>
            <ac:picMk id="7" creationId="{305E3F46-9271-1766-A0F9-E6EFCD0CEC1B}"/>
          </ac:picMkLst>
        </pc:picChg>
        <pc:picChg chg="mod ord">
          <ac:chgData name="Soumik Purkayastha" userId="bfb58a31-4a3a-4e31-ad2e-8f5115e1c12c" providerId="ADAL" clId="{962736A3-46A0-44D0-AFC5-FD6CCC3ABD2B}" dt="2026-01-28T09:19:52.444" v="35" actId="1076"/>
          <ac:picMkLst>
            <pc:docMk/>
            <pc:sldMk cId="3598200433" sldId="256"/>
            <ac:picMk id="9" creationId="{379CB3B6-6BF0-7CA4-8E91-8EB6BB301FD6}"/>
          </ac:picMkLst>
        </pc:picChg>
        <pc:picChg chg="mod ord">
          <ac:chgData name="Soumik Purkayastha" userId="bfb58a31-4a3a-4e31-ad2e-8f5115e1c12c" providerId="ADAL" clId="{962736A3-46A0-44D0-AFC5-FD6CCC3ABD2B}" dt="2026-01-28T09:21:10.971" v="61" actId="1076"/>
          <ac:picMkLst>
            <pc:docMk/>
            <pc:sldMk cId="3598200433" sldId="256"/>
            <ac:picMk id="11" creationId="{032366AE-10D5-4FCE-F842-A92758453B97}"/>
          </ac:picMkLst>
        </pc:picChg>
        <pc:picChg chg="add mod ord modCrop">
          <ac:chgData name="Soumik Purkayastha" userId="bfb58a31-4a3a-4e31-ad2e-8f5115e1c12c" providerId="ADAL" clId="{962736A3-46A0-44D0-AFC5-FD6CCC3ABD2B}" dt="2026-01-28T09:18:54.581" v="13" actId="1076"/>
          <ac:picMkLst>
            <pc:docMk/>
            <pc:sldMk cId="3598200433" sldId="256"/>
            <ac:picMk id="16" creationId="{7BC71BFF-8E73-7EF1-EFAE-58C84D7D6FCD}"/>
          </ac:picMkLst>
        </pc:picChg>
        <pc:cxnChg chg="add mod">
          <ac:chgData name="Soumik Purkayastha" userId="bfb58a31-4a3a-4e31-ad2e-8f5115e1c12c" providerId="ADAL" clId="{962736A3-46A0-44D0-AFC5-FD6CCC3ABD2B}" dt="2026-01-28T10:29:17.104" v="304" actId="14100"/>
          <ac:cxnSpMkLst>
            <pc:docMk/>
            <pc:sldMk cId="3598200433" sldId="256"/>
            <ac:cxnSpMk id="5" creationId="{0766C31E-2CF6-476F-F2A6-6138FF2D7876}"/>
          </ac:cxnSpMkLst>
        </pc:cxnChg>
        <pc:cxnChg chg="add mod">
          <ac:chgData name="Soumik Purkayastha" userId="bfb58a31-4a3a-4e31-ad2e-8f5115e1c12c" providerId="ADAL" clId="{962736A3-46A0-44D0-AFC5-FD6CCC3ABD2B}" dt="2026-01-28T10:29:04.388" v="299" actId="14100"/>
          <ac:cxnSpMkLst>
            <pc:docMk/>
            <pc:sldMk cId="3598200433" sldId="256"/>
            <ac:cxnSpMk id="6" creationId="{C3BACBA7-496F-2FB8-EB11-D6705A779F55}"/>
          </ac:cxnSpMkLst>
        </pc:cxnChg>
        <pc:cxnChg chg="add mod">
          <ac:chgData name="Soumik Purkayastha" userId="bfb58a31-4a3a-4e31-ad2e-8f5115e1c12c" providerId="ADAL" clId="{962736A3-46A0-44D0-AFC5-FD6CCC3ABD2B}" dt="2026-01-28T10:29:29.557" v="308" actId="14100"/>
          <ac:cxnSpMkLst>
            <pc:docMk/>
            <pc:sldMk cId="3598200433" sldId="256"/>
            <ac:cxnSpMk id="15" creationId="{B38D4328-E40E-D6C2-05B1-FCE067347699}"/>
          </ac:cxnSpMkLst>
        </pc:cxnChg>
        <pc:cxnChg chg="add mod">
          <ac:chgData name="Soumik Purkayastha" userId="bfb58a31-4a3a-4e31-ad2e-8f5115e1c12c" providerId="ADAL" clId="{962736A3-46A0-44D0-AFC5-FD6CCC3ABD2B}" dt="2026-01-28T10:29:48.605" v="313" actId="1076"/>
          <ac:cxnSpMkLst>
            <pc:docMk/>
            <pc:sldMk cId="3598200433" sldId="256"/>
            <ac:cxnSpMk id="19" creationId="{87331E87-279F-67AC-0955-B1C4019C8A22}"/>
          </ac:cxnSpMkLst>
        </pc:cxnChg>
        <pc:cxnChg chg="add mod">
          <ac:chgData name="Soumik Purkayastha" userId="bfb58a31-4a3a-4e31-ad2e-8f5115e1c12c" providerId="ADAL" clId="{962736A3-46A0-44D0-AFC5-FD6CCC3ABD2B}" dt="2026-01-28T10:29:58.845" v="317" actId="14100"/>
          <ac:cxnSpMkLst>
            <pc:docMk/>
            <pc:sldMk cId="3598200433" sldId="256"/>
            <ac:cxnSpMk id="22" creationId="{D021594D-4C61-E425-C837-73DD58479898}"/>
          </ac:cxnSpMkLst>
        </pc:cxnChg>
      </pc:sldChg>
      <pc:sldChg chg="addSp delSp modSp new mod">
        <pc:chgData name="Soumik Purkayastha" userId="bfb58a31-4a3a-4e31-ad2e-8f5115e1c12c" providerId="ADAL" clId="{962736A3-46A0-44D0-AFC5-FD6CCC3ABD2B}" dt="2026-01-28T10:31:50.444" v="392" actId="1037"/>
        <pc:sldMkLst>
          <pc:docMk/>
          <pc:sldMk cId="2827061406" sldId="257"/>
        </pc:sldMkLst>
        <pc:spChg chg="del">
          <ac:chgData name="Soumik Purkayastha" userId="bfb58a31-4a3a-4e31-ad2e-8f5115e1c12c" providerId="ADAL" clId="{962736A3-46A0-44D0-AFC5-FD6CCC3ABD2B}" dt="2026-01-28T09:29:05.548" v="64" actId="478"/>
          <ac:spMkLst>
            <pc:docMk/>
            <pc:sldMk cId="2827061406" sldId="257"/>
            <ac:spMk id="2" creationId="{1D68FF07-FC9A-BBA5-9F31-C93E70344E8B}"/>
          </ac:spMkLst>
        </pc:spChg>
        <pc:spChg chg="add mod">
          <ac:chgData name="Soumik Purkayastha" userId="bfb58a31-4a3a-4e31-ad2e-8f5115e1c12c" providerId="ADAL" clId="{962736A3-46A0-44D0-AFC5-FD6CCC3ABD2B}" dt="2026-01-28T10:31:50.444" v="392" actId="1037"/>
          <ac:spMkLst>
            <pc:docMk/>
            <pc:sldMk cId="2827061406" sldId="257"/>
            <ac:spMk id="3" creationId="{1EF8BEA8-AEC5-CE09-271F-DBBE2695B761}"/>
          </ac:spMkLst>
        </pc:spChg>
        <pc:spChg chg="del">
          <ac:chgData name="Soumik Purkayastha" userId="bfb58a31-4a3a-4e31-ad2e-8f5115e1c12c" providerId="ADAL" clId="{962736A3-46A0-44D0-AFC5-FD6CCC3ABD2B}" dt="2026-01-28T09:29:05.548" v="64" actId="478"/>
          <ac:spMkLst>
            <pc:docMk/>
            <pc:sldMk cId="2827061406" sldId="257"/>
            <ac:spMk id="3" creationId="{B0D769A2-6285-2EC7-1CD5-DA5E9C5761CA}"/>
          </ac:spMkLst>
        </pc:spChg>
        <pc:spChg chg="add">
          <ac:chgData name="Soumik Purkayastha" userId="bfb58a31-4a3a-4e31-ad2e-8f5115e1c12c" providerId="ADAL" clId="{962736A3-46A0-44D0-AFC5-FD6CCC3ABD2B}" dt="2026-01-28T09:29:06.763" v="65"/>
          <ac:spMkLst>
            <pc:docMk/>
            <pc:sldMk cId="2827061406" sldId="257"/>
            <ac:spMk id="4" creationId="{D3735266-3630-7888-21D6-E468EE975019}"/>
          </ac:spMkLst>
        </pc:spChg>
        <pc:spChg chg="add">
          <ac:chgData name="Soumik Purkayastha" userId="bfb58a31-4a3a-4e31-ad2e-8f5115e1c12c" providerId="ADAL" clId="{962736A3-46A0-44D0-AFC5-FD6CCC3ABD2B}" dt="2026-01-28T09:29:31.307" v="71"/>
          <ac:spMkLst>
            <pc:docMk/>
            <pc:sldMk cId="2827061406" sldId="257"/>
            <ac:spMk id="6" creationId="{49BEB95B-8FE5-DB05-00DC-27CDA1F1D856}"/>
          </ac:spMkLst>
        </pc:spChg>
        <pc:spChg chg="add">
          <ac:chgData name="Soumik Purkayastha" userId="bfb58a31-4a3a-4e31-ad2e-8f5115e1c12c" providerId="ADAL" clId="{962736A3-46A0-44D0-AFC5-FD6CCC3ABD2B}" dt="2026-01-28T09:29:32.922" v="72"/>
          <ac:spMkLst>
            <pc:docMk/>
            <pc:sldMk cId="2827061406" sldId="257"/>
            <ac:spMk id="7" creationId="{CA109C1B-A6A8-F4DB-0422-3BF3C76BA439}"/>
          </ac:spMkLst>
        </pc:spChg>
        <pc:spChg chg="add">
          <ac:chgData name="Soumik Purkayastha" userId="bfb58a31-4a3a-4e31-ad2e-8f5115e1c12c" providerId="ADAL" clId="{962736A3-46A0-44D0-AFC5-FD6CCC3ABD2B}" dt="2026-01-28T09:30:56.042" v="91"/>
          <ac:spMkLst>
            <pc:docMk/>
            <pc:sldMk cId="2827061406" sldId="257"/>
            <ac:spMk id="10" creationId="{B426CF2B-6C6B-5A9B-FEAB-2B7F11F3E012}"/>
          </ac:spMkLst>
        </pc:spChg>
        <pc:spChg chg="add">
          <ac:chgData name="Soumik Purkayastha" userId="bfb58a31-4a3a-4e31-ad2e-8f5115e1c12c" providerId="ADAL" clId="{962736A3-46A0-44D0-AFC5-FD6CCC3ABD2B}" dt="2026-01-28T09:32:07.293" v="106"/>
          <ac:spMkLst>
            <pc:docMk/>
            <pc:sldMk cId="2827061406" sldId="257"/>
            <ac:spMk id="12" creationId="{9602F43D-1201-1BA6-B136-723D202F225E}"/>
          </ac:spMkLst>
        </pc:spChg>
        <pc:spChg chg="add">
          <ac:chgData name="Soumik Purkayastha" userId="bfb58a31-4a3a-4e31-ad2e-8f5115e1c12c" providerId="ADAL" clId="{962736A3-46A0-44D0-AFC5-FD6CCC3ABD2B}" dt="2026-01-28T09:32:49.458" v="116"/>
          <ac:spMkLst>
            <pc:docMk/>
            <pc:sldMk cId="2827061406" sldId="257"/>
            <ac:spMk id="14" creationId="{06FFEC6C-CE7E-774B-DBD3-B7006598FFE6}"/>
          </ac:spMkLst>
        </pc:spChg>
        <pc:spChg chg="add mod">
          <ac:chgData name="Soumik Purkayastha" userId="bfb58a31-4a3a-4e31-ad2e-8f5115e1c12c" providerId="ADAL" clId="{962736A3-46A0-44D0-AFC5-FD6CCC3ABD2B}" dt="2026-01-28T09:33:58.702" v="138" actId="14100"/>
          <ac:spMkLst>
            <pc:docMk/>
            <pc:sldMk cId="2827061406" sldId="257"/>
            <ac:spMk id="17" creationId="{F2613497-44D4-2C9B-F35C-09648F0B0F09}"/>
          </ac:spMkLst>
        </pc:spChg>
        <pc:spChg chg="add mod">
          <ac:chgData name="Soumik Purkayastha" userId="bfb58a31-4a3a-4e31-ad2e-8f5115e1c12c" providerId="ADAL" clId="{962736A3-46A0-44D0-AFC5-FD6CCC3ABD2B}" dt="2026-01-28T09:34:22.092" v="147" actId="14100"/>
          <ac:spMkLst>
            <pc:docMk/>
            <pc:sldMk cId="2827061406" sldId="257"/>
            <ac:spMk id="18" creationId="{3C513DA1-8016-4FBB-2DB8-41FD00DD0863}"/>
          </ac:spMkLst>
        </pc:spChg>
        <pc:spChg chg="add mod">
          <ac:chgData name="Soumik Purkayastha" userId="bfb58a31-4a3a-4e31-ad2e-8f5115e1c12c" providerId="ADAL" clId="{962736A3-46A0-44D0-AFC5-FD6CCC3ABD2B}" dt="2026-01-28T09:34:29.902" v="151" actId="14100"/>
          <ac:spMkLst>
            <pc:docMk/>
            <pc:sldMk cId="2827061406" sldId="257"/>
            <ac:spMk id="19" creationId="{E6B4D86F-AD4D-4850-7F42-2BA9BA6A4600}"/>
          </ac:spMkLst>
        </pc:spChg>
        <pc:spChg chg="add mod">
          <ac:chgData name="Soumik Purkayastha" userId="bfb58a31-4a3a-4e31-ad2e-8f5115e1c12c" providerId="ADAL" clId="{962736A3-46A0-44D0-AFC5-FD6CCC3ABD2B}" dt="2026-01-28T09:34:36.269" v="153" actId="1076"/>
          <ac:spMkLst>
            <pc:docMk/>
            <pc:sldMk cId="2827061406" sldId="257"/>
            <ac:spMk id="20" creationId="{F8B618D0-F5F8-DA10-3E92-B48878E49339}"/>
          </ac:spMkLst>
        </pc:spChg>
        <pc:picChg chg="add mod modCrop">
          <ac:chgData name="Soumik Purkayastha" userId="bfb58a31-4a3a-4e31-ad2e-8f5115e1c12c" providerId="ADAL" clId="{962736A3-46A0-44D0-AFC5-FD6CCC3ABD2B}" dt="2026-01-28T09:33:34.246" v="129" actId="1076"/>
          <ac:picMkLst>
            <pc:docMk/>
            <pc:sldMk cId="2827061406" sldId="257"/>
            <ac:picMk id="5" creationId="{5EDF60ED-18F0-E886-165F-D17563A966A6}"/>
          </ac:picMkLst>
        </pc:picChg>
        <pc:picChg chg="add del mod modCrop">
          <ac:chgData name="Soumik Purkayastha" userId="bfb58a31-4a3a-4e31-ad2e-8f5115e1c12c" providerId="ADAL" clId="{962736A3-46A0-44D0-AFC5-FD6CCC3ABD2B}" dt="2026-01-28T09:34:05.577" v="143" actId="1076"/>
          <ac:picMkLst>
            <pc:docMk/>
            <pc:sldMk cId="2827061406" sldId="257"/>
            <ac:picMk id="8" creationId="{6546B46B-AD71-A131-349A-B3CB2E79598D}"/>
          </ac:picMkLst>
        </pc:picChg>
        <pc:picChg chg="add mod modCrop">
          <ac:chgData name="Soumik Purkayastha" userId="bfb58a31-4a3a-4e31-ad2e-8f5115e1c12c" providerId="ADAL" clId="{962736A3-46A0-44D0-AFC5-FD6CCC3ABD2B}" dt="2026-01-28T09:33:34.246" v="129" actId="1076"/>
          <ac:picMkLst>
            <pc:docMk/>
            <pc:sldMk cId="2827061406" sldId="257"/>
            <ac:picMk id="9" creationId="{4617D9B3-54BD-3805-277C-8D049FD988CB}"/>
          </ac:picMkLst>
        </pc:picChg>
        <pc:picChg chg="add mod ord modCrop">
          <ac:chgData name="Soumik Purkayastha" userId="bfb58a31-4a3a-4e31-ad2e-8f5115e1c12c" providerId="ADAL" clId="{962736A3-46A0-44D0-AFC5-FD6CCC3ABD2B}" dt="2026-01-28T09:33:34.246" v="129" actId="1076"/>
          <ac:picMkLst>
            <pc:docMk/>
            <pc:sldMk cId="2827061406" sldId="257"/>
            <ac:picMk id="11" creationId="{DD9309CC-175F-F8C9-A66B-1A5E88901558}"/>
          </ac:picMkLst>
        </pc:picChg>
        <pc:picChg chg="add mod modCrop">
          <ac:chgData name="Soumik Purkayastha" userId="bfb58a31-4a3a-4e31-ad2e-8f5115e1c12c" providerId="ADAL" clId="{962736A3-46A0-44D0-AFC5-FD6CCC3ABD2B}" dt="2026-01-28T09:33:45.062" v="134" actId="1076"/>
          <ac:picMkLst>
            <pc:docMk/>
            <pc:sldMk cId="2827061406" sldId="257"/>
            <ac:picMk id="13" creationId="{BC098E4E-881F-60B5-9E11-EEF4D3D3F3BA}"/>
          </ac:picMkLst>
        </pc:picChg>
        <pc:picChg chg="add del mod modCrop">
          <ac:chgData name="Soumik Purkayastha" userId="bfb58a31-4a3a-4e31-ad2e-8f5115e1c12c" providerId="ADAL" clId="{962736A3-46A0-44D0-AFC5-FD6CCC3ABD2B}" dt="2026-01-28T09:32:57.018" v="119" actId="21"/>
          <ac:picMkLst>
            <pc:docMk/>
            <pc:sldMk cId="2827061406" sldId="257"/>
            <ac:picMk id="15" creationId="{03ECEC11-DFA5-20C1-BB6D-DA17E1468582}"/>
          </ac:picMkLst>
        </pc:picChg>
        <pc:picChg chg="add mod modCrop">
          <ac:chgData name="Soumik Purkayastha" userId="bfb58a31-4a3a-4e31-ad2e-8f5115e1c12c" providerId="ADAL" clId="{962736A3-46A0-44D0-AFC5-FD6CCC3ABD2B}" dt="2026-01-28T09:33:41.142" v="133" actId="1076"/>
          <ac:picMkLst>
            <pc:docMk/>
            <pc:sldMk cId="2827061406" sldId="257"/>
            <ac:picMk id="16" creationId="{03ECEC11-DFA5-20C1-BB6D-DA17E1468582}"/>
          </ac:picMkLst>
        </pc:picChg>
      </pc:sldChg>
    </pc:docChg>
  </pc:docChgLst>
  <pc:docChgLst>
    <pc:chgData name="Soumik Purkayastha" userId="bfb58a31-4a3a-4e31-ad2e-8f5115e1c12c" providerId="ADAL" clId="{4A51A969-2335-5396-86F1-E5BB0F9C5389}"/>
    <pc:docChg chg="custSel addSld modSld sldOrd">
      <pc:chgData name="Soumik Purkayastha" userId="bfb58a31-4a3a-4e31-ad2e-8f5115e1c12c" providerId="ADAL" clId="{4A51A969-2335-5396-86F1-E5BB0F9C5389}" dt="2026-01-29T15:52:39.020" v="25" actId="20577"/>
      <pc:docMkLst>
        <pc:docMk/>
      </pc:docMkLst>
      <pc:sldChg chg="ord modNotesTx">
        <pc:chgData name="Soumik Purkayastha" userId="bfb58a31-4a3a-4e31-ad2e-8f5115e1c12c" providerId="ADAL" clId="{4A51A969-2335-5396-86F1-E5BB0F9C5389}" dt="2026-01-29T15:52:39.020" v="25" actId="20577"/>
        <pc:sldMkLst>
          <pc:docMk/>
          <pc:sldMk cId="3598200433" sldId="256"/>
        </pc:sldMkLst>
      </pc:sldChg>
      <pc:sldChg chg="ord">
        <pc:chgData name="Soumik Purkayastha" userId="bfb58a31-4a3a-4e31-ad2e-8f5115e1c12c" providerId="ADAL" clId="{4A51A969-2335-5396-86F1-E5BB0F9C5389}" dt="2026-01-29T15:52:21.964" v="23" actId="20578"/>
        <pc:sldMkLst>
          <pc:docMk/>
          <pc:sldMk cId="2827061406" sldId="257"/>
        </pc:sldMkLst>
      </pc:sldChg>
      <pc:sldChg chg="addSp delSp modSp new mod modNotesTx">
        <pc:chgData name="Soumik Purkayastha" userId="bfb58a31-4a3a-4e31-ad2e-8f5115e1c12c" providerId="ADAL" clId="{4A51A969-2335-5396-86F1-E5BB0F9C5389}" dt="2026-01-29T15:51:58.366" v="22" actId="20577"/>
        <pc:sldMkLst>
          <pc:docMk/>
          <pc:sldMk cId="1519250547" sldId="258"/>
        </pc:sldMkLst>
        <pc:spChg chg="del">
          <ac:chgData name="Soumik Purkayastha" userId="bfb58a31-4a3a-4e31-ad2e-8f5115e1c12c" providerId="ADAL" clId="{4A51A969-2335-5396-86F1-E5BB0F9C5389}" dt="2026-01-29T15:50:36.251" v="1" actId="478"/>
          <ac:spMkLst>
            <pc:docMk/>
            <pc:sldMk cId="1519250547" sldId="258"/>
            <ac:spMk id="2" creationId="{B3972F15-4996-DEAB-BA63-13C452237185}"/>
          </ac:spMkLst>
        </pc:spChg>
        <pc:spChg chg="del">
          <ac:chgData name="Soumik Purkayastha" userId="bfb58a31-4a3a-4e31-ad2e-8f5115e1c12c" providerId="ADAL" clId="{4A51A969-2335-5396-86F1-E5BB0F9C5389}" dt="2026-01-29T15:50:36.251" v="1" actId="478"/>
          <ac:spMkLst>
            <pc:docMk/>
            <pc:sldMk cId="1519250547" sldId="258"/>
            <ac:spMk id="3" creationId="{0B5283B9-E96E-BDF9-3E31-676CA2133ACD}"/>
          </ac:spMkLst>
        </pc:spChg>
        <pc:picChg chg="add mod">
          <ac:chgData name="Soumik Purkayastha" userId="bfb58a31-4a3a-4e31-ad2e-8f5115e1c12c" providerId="ADAL" clId="{4A51A969-2335-5396-86F1-E5BB0F9C5389}" dt="2026-01-29T15:51:23.103" v="9" actId="1076"/>
          <ac:picMkLst>
            <pc:docMk/>
            <pc:sldMk cId="1519250547" sldId="258"/>
            <ac:picMk id="4" creationId="{2DE590CD-CD87-A497-AED2-1EB9BFAF494D}"/>
          </ac:picMkLst>
        </pc:picChg>
        <pc:picChg chg="add mod">
          <ac:chgData name="Soumik Purkayastha" userId="bfb58a31-4a3a-4e31-ad2e-8f5115e1c12c" providerId="ADAL" clId="{4A51A969-2335-5396-86F1-E5BB0F9C5389}" dt="2026-01-29T15:51:25.606" v="11"/>
          <ac:picMkLst>
            <pc:docMk/>
            <pc:sldMk cId="1519250547" sldId="258"/>
            <ac:picMk id="5" creationId="{F733CFD6-5DC4-4884-1961-445E3B0A1117}"/>
          </ac:picMkLst>
        </pc:picChg>
      </pc:sldChg>
      <pc:sldChg chg="addSp delSp modSp new mod">
        <pc:chgData name="Soumik Purkayastha" userId="bfb58a31-4a3a-4e31-ad2e-8f5115e1c12c" providerId="ADAL" clId="{4A51A969-2335-5396-86F1-E5BB0F9C5389}" dt="2026-01-29T15:51:35.741" v="17" actId="1076"/>
        <pc:sldMkLst>
          <pc:docMk/>
          <pc:sldMk cId="2332919241" sldId="259"/>
        </pc:sldMkLst>
        <pc:spChg chg="del">
          <ac:chgData name="Soumik Purkayastha" userId="bfb58a31-4a3a-4e31-ad2e-8f5115e1c12c" providerId="ADAL" clId="{4A51A969-2335-5396-86F1-E5BB0F9C5389}" dt="2026-01-29T15:51:28.655" v="14" actId="478"/>
          <ac:spMkLst>
            <pc:docMk/>
            <pc:sldMk cId="2332919241" sldId="259"/>
            <ac:spMk id="2" creationId="{35B347AC-1B50-9BFC-BB99-1C507EE77C19}"/>
          </ac:spMkLst>
        </pc:spChg>
        <pc:spChg chg="del">
          <ac:chgData name="Soumik Purkayastha" userId="bfb58a31-4a3a-4e31-ad2e-8f5115e1c12c" providerId="ADAL" clId="{4A51A969-2335-5396-86F1-E5BB0F9C5389}" dt="2026-01-29T15:51:28.655" v="14" actId="478"/>
          <ac:spMkLst>
            <pc:docMk/>
            <pc:sldMk cId="2332919241" sldId="259"/>
            <ac:spMk id="3" creationId="{A307AEE3-2BB4-7EF5-38F6-3A987FA6DFC6}"/>
          </ac:spMkLst>
        </pc:spChg>
        <pc:picChg chg="add del mod">
          <ac:chgData name="Soumik Purkayastha" userId="bfb58a31-4a3a-4e31-ad2e-8f5115e1c12c" providerId="ADAL" clId="{4A51A969-2335-5396-86F1-E5BB0F9C5389}" dt="2026-01-29T15:51:28.655" v="14" actId="478"/>
          <ac:picMkLst>
            <pc:docMk/>
            <pc:sldMk cId="2332919241" sldId="259"/>
            <ac:picMk id="4" creationId="{1B6AC81C-7B96-439B-2BC8-1BCBB23EADA0}"/>
          </ac:picMkLst>
        </pc:picChg>
        <pc:picChg chg="add mod">
          <ac:chgData name="Soumik Purkayastha" userId="bfb58a31-4a3a-4e31-ad2e-8f5115e1c12c" providerId="ADAL" clId="{4A51A969-2335-5396-86F1-E5BB0F9C5389}" dt="2026-01-29T15:51:35.741" v="17" actId="1076"/>
          <ac:picMkLst>
            <pc:docMk/>
            <pc:sldMk cId="2332919241" sldId="259"/>
            <ac:picMk id="5" creationId="{EE07114D-3EAE-8A25-4600-D38DA2D879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0D018-07DF-1841-B410-53A0E77737B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EEB4C-2841-0D41-9DD1-112785807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4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began our analysis in November by mapping the survey data using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polychoric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correlations, which successfully identified key clusters of risks but relied on undirected associations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EB4C-2841-0D41-9DD1-1127858074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01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approach resulted in dense, ambiguous networks that could not tell us whether health outcomes were driving social risks or vice versa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EB4C-2841-0D41-9DD1-1127858074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66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solve this, we moved from simple correlation maps to causal structural learning, implementing a Hill Climbing algorithm to mathematically determine the direction of these relationships.</a:t>
            </a:r>
          </a:p>
          <a:p>
            <a:endParaRPr lang="en-US"/>
          </a:p>
          <a:p>
            <a:r>
              <a:rPr lang="en-US" b="1"/>
              <a:t>Slide 4: Supervised Model Results:</a:t>
            </a:r>
            <a:r>
              <a:rPr lang="en-US"/>
              <a:t> By enforcing logical constraints on manually aggregated domains, the algorithm revealed that distinct social risk clusters degrade mental health through independent, parallel pathways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EB4C-2841-0D41-9DD1-1127858074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46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our unsupervised model uncovered a clear hierarchy of material needs, identifying specific causal chains such as housing instability directly precipitating food insecurity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EB4C-2841-0D41-9DD1-1127858074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92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8834-166C-FDA4-CB44-4A9520AEC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2E10F-F6B1-4F8C-AF5E-D646A7D0F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E8BCF-A26F-919F-0811-10FF1BA81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AFBE9-E555-573F-4C1D-86D9FA2F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F0EB0-E990-F12B-878E-BDECF49B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17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6D2F-BC60-9D0D-6FAD-2732CAC0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D287-87E7-778B-F16E-350AF952E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CBBCF-9DEB-1D03-308C-C230CC90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C7507-2DB8-14E6-28FC-9ED87455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882A5-39AF-5A8B-214F-FD1D9163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73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9879-7EAE-9438-BFCA-83A950E1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B269E-B794-9557-02D2-0B239D7BB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18D75-FE20-0C1B-661E-362A24F5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9C8D-5FF7-66C2-5578-AE286DB6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81250-4396-7927-52A7-769A87D3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2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194E-3775-3078-09DF-4F7DCB80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C1A18-60FF-E324-FAFA-849121B7D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B5E83-BCCA-DBA9-C40D-328046286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5FC51-CA59-3AB7-BB2A-591B1512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A6402-75EB-0AFB-A423-F5DBB6EB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04BFE-DC3B-26D2-63FF-47DA401C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3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E03D-C588-F0E5-164D-C70806AD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45A9D-EF7F-B4B0-6895-E9A451CA3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E9F18-1BDD-14B7-95B3-3606C8294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9CEFF-4D99-5574-7C7E-172D750F2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35043-BC35-461B-FF97-902BD7563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2ABB8-72CC-7530-02D9-3F016109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BCFAB9-8909-D8FA-DDEA-6EB74FF7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22774-826D-933A-AE1E-D83B5552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9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477F-5639-2DA4-CF6E-5AB52D78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52DB89-0B15-A4FE-85FB-D19FB57B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6D9F1-CBE5-71D7-0947-11D2FC95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99FCE-5DEE-BC4B-3FB4-98E2F160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08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B7143-5F7E-1C4B-6C08-AF200783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DF732-382E-AADB-0274-3EDE20D1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195E8-D578-C0C6-5FFB-663AA735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1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1C5E1-FA9B-B8C3-3EA8-5235BCFB3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79DF-17E8-797F-9BEA-E4DD13B7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C2770-353E-469F-6013-0BFE9B8D7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19644-81EA-B76D-0612-CD7184C0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67473-9D68-8210-7EDE-D93D6A82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8AFFD-4198-C41A-22A8-ACA6296D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7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8A315-AEAD-EA15-59E3-EE313BEA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1955F-7ABE-F187-5361-5CC13E992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1BCAF-08A5-9AEF-FD5B-E0705EE69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3AFC1-F0D4-BC4E-E53F-99AE222E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19404-F5A9-7930-AF2D-43684933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7B179-FDAE-02B7-4926-A7F59642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8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2B09-284F-52E5-FE97-0EE97250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47E68-BA5F-E79B-B2AA-A9131A616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6ADE1-B15F-C1AE-693D-EF14633C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5B120-108F-DB53-0E6D-0A36C10A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AEE43-AE57-64CB-4382-8165AC4E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1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C2B973-95FB-75A7-1267-1BCE40477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C733B-E6D2-187C-7F31-51AA8D244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02B03-8D05-E994-2033-115B4898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9EE8B-DD40-4B44-2439-426B8FB2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E448B-A466-E635-7231-09E24941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0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BDAE5-D897-14D0-2638-FA063883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8A5BC-39D3-A25A-B382-1BF734320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A512A-C387-FD88-E94F-BC87F5612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98D86-3FD1-49BE-83D2-DDC9A65A839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52063-E299-CFE6-D23C-BE244F217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5C19B-423D-7140-F3ED-BBDA7890D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C93EE-160E-4C8B-8D9C-8D7051AE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1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E590CD-CD87-A497-AED2-1EB9BFAF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35" y="183881"/>
            <a:ext cx="10236530" cy="649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50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07114D-3EAE-8A25-4600-D38DA2D87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84" y="495746"/>
            <a:ext cx="10360231" cy="586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1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32366AE-10D5-4FCE-F842-A92758453B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23" t="14352" r="15077" b="30371"/>
          <a:stretch>
            <a:fillRect/>
          </a:stretch>
        </p:blipFill>
        <p:spPr>
          <a:xfrm>
            <a:off x="7988300" y="4897221"/>
            <a:ext cx="2109586" cy="1827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5E3F46-9271-1766-A0F9-E6EFCD0CEC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59" t="13844" r="15128" b="30974"/>
          <a:stretch>
            <a:fillRect/>
          </a:stretch>
        </p:blipFill>
        <p:spPr>
          <a:xfrm>
            <a:off x="1344412" y="2444750"/>
            <a:ext cx="3378200" cy="1968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C71BFF-8E73-7EF1-EFAE-58C84D7D6F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27" t="13982" r="11761" b="16019"/>
          <a:stretch>
            <a:fillRect/>
          </a:stretch>
        </p:blipFill>
        <p:spPr>
          <a:xfrm>
            <a:off x="4940390" y="28746"/>
            <a:ext cx="7207250" cy="48006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C49FCD-3EF0-A572-2BF9-4F8941B4D7D3}"/>
              </a:ext>
            </a:extLst>
          </p:cNvPr>
          <p:cNvSpPr/>
          <p:nvPr/>
        </p:nvSpPr>
        <p:spPr>
          <a:xfrm>
            <a:off x="1157255" y="2185342"/>
            <a:ext cx="4488310" cy="24293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CCEF58-9FF9-74AB-B07C-B07C4FD6941F}"/>
              </a:ext>
            </a:extLst>
          </p:cNvPr>
          <p:cNvSpPr/>
          <p:nvPr/>
        </p:nvSpPr>
        <p:spPr>
          <a:xfrm>
            <a:off x="7752935" y="4133850"/>
            <a:ext cx="2515015" cy="25907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9CB3B6-6BF0-7CA4-8E91-8EB6BB301F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163" t="13147" r="40050" b="15463"/>
          <a:stretch>
            <a:fillRect/>
          </a:stretch>
        </p:blipFill>
        <p:spPr>
          <a:xfrm>
            <a:off x="6391210" y="4413250"/>
            <a:ext cx="1132070" cy="222807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02BE0B-AA77-A38D-A385-D51EDE0810E7}"/>
              </a:ext>
            </a:extLst>
          </p:cNvPr>
          <p:cNvSpPr/>
          <p:nvPr/>
        </p:nvSpPr>
        <p:spPr>
          <a:xfrm>
            <a:off x="5975349" y="3571273"/>
            <a:ext cx="1447801" cy="31533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B5695-66E0-5FAF-0718-1501CBF6834D}"/>
              </a:ext>
            </a:extLst>
          </p:cNvPr>
          <p:cNvSpPr txBox="1"/>
          <p:nvPr/>
        </p:nvSpPr>
        <p:spPr>
          <a:xfrm>
            <a:off x="87280" y="4950503"/>
            <a:ext cx="5558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Supervised cluster + causal discovery:</a:t>
            </a:r>
          </a:p>
          <a:p>
            <a:endParaRPr lang="en-US" sz="1200"/>
          </a:p>
          <a:p>
            <a:pPr marL="228600" indent="-228600">
              <a:buFont typeface="+mj-lt"/>
              <a:buAutoNum type="arabicPeriod"/>
            </a:pPr>
            <a:r>
              <a:rPr lang="en-US" sz="1200"/>
              <a:t>Manually aggregated survey items into distinct theoretical domains (3 clusters) and learnt topological relationships,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/>
              <a:t>Enforcing constraints to prevent reverse arrows from health outcomes.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/>
              <a:t>The learned structure revealed parallel, independent pathways where both cluster 2 and cluster 3 directly degrade Mental Health and Wellbeing through separate pathways.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66C31E-2CF6-476F-F2A6-6138FF2D7876}"/>
              </a:ext>
            </a:extLst>
          </p:cNvPr>
          <p:cNvCxnSpPr/>
          <p:nvPr/>
        </p:nvCxnSpPr>
        <p:spPr>
          <a:xfrm flipV="1">
            <a:off x="5645564" y="889000"/>
            <a:ext cx="4663440" cy="2051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BACBA7-496F-2FB8-EB11-D6705A779F55}"/>
              </a:ext>
            </a:extLst>
          </p:cNvPr>
          <p:cNvCxnSpPr>
            <a:cxnSpLocks/>
          </p:cNvCxnSpPr>
          <p:nvPr/>
        </p:nvCxnSpPr>
        <p:spPr>
          <a:xfrm>
            <a:off x="10687050" y="1022350"/>
            <a:ext cx="958850" cy="1752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8D4328-E40E-D6C2-05B1-FCE067347699}"/>
              </a:ext>
            </a:extLst>
          </p:cNvPr>
          <p:cNvCxnSpPr>
            <a:cxnSpLocks/>
          </p:cNvCxnSpPr>
          <p:nvPr/>
        </p:nvCxnSpPr>
        <p:spPr>
          <a:xfrm flipH="1" flipV="1">
            <a:off x="7016750" y="901193"/>
            <a:ext cx="4521200" cy="2038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331E87-279F-67AC-0955-B1C4019C8A22}"/>
              </a:ext>
            </a:extLst>
          </p:cNvPr>
          <p:cNvCxnSpPr>
            <a:cxnSpLocks/>
          </p:cNvCxnSpPr>
          <p:nvPr/>
        </p:nvCxnSpPr>
        <p:spPr>
          <a:xfrm>
            <a:off x="5655024" y="3122995"/>
            <a:ext cx="2755487" cy="128416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21594D-4C61-E425-C837-73DD58479898}"/>
              </a:ext>
            </a:extLst>
          </p:cNvPr>
          <p:cNvCxnSpPr>
            <a:cxnSpLocks/>
          </p:cNvCxnSpPr>
          <p:nvPr/>
        </p:nvCxnSpPr>
        <p:spPr>
          <a:xfrm flipH="1" flipV="1">
            <a:off x="6743700" y="1022350"/>
            <a:ext cx="1762047" cy="316795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20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DF60ED-18F0-E886-165F-D17563A966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025" b="8611"/>
          <a:stretch>
            <a:fillRect/>
          </a:stretch>
        </p:blipFill>
        <p:spPr>
          <a:xfrm>
            <a:off x="190500" y="0"/>
            <a:ext cx="2978794" cy="4057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46B46B-AD71-A131-349A-B3CB2E7959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43" t="14908" r="11695" b="19537"/>
          <a:stretch>
            <a:fillRect/>
          </a:stretch>
        </p:blipFill>
        <p:spPr>
          <a:xfrm>
            <a:off x="3169294" y="371475"/>
            <a:ext cx="7270750" cy="4495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9309CC-175F-F8C9-A66B-1A5E889015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093" t="14259" r="15207" b="32315"/>
          <a:stretch>
            <a:fillRect/>
          </a:stretch>
        </p:blipFill>
        <p:spPr>
          <a:xfrm>
            <a:off x="6031465" y="4784725"/>
            <a:ext cx="2884793" cy="1800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17D9B3-54BD-3805-277C-8D049FD988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459" t="13981" r="14297" b="30370"/>
          <a:stretch>
            <a:fillRect/>
          </a:stretch>
        </p:blipFill>
        <p:spPr>
          <a:xfrm>
            <a:off x="1410375" y="4324350"/>
            <a:ext cx="3517837" cy="2044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098E4E-881F-60B5-9E11-EEF4D3D3F3B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483" t="13519" r="15272" b="30278"/>
          <a:stretch>
            <a:fillRect/>
          </a:stretch>
        </p:blipFill>
        <p:spPr>
          <a:xfrm>
            <a:off x="9654500" y="3652837"/>
            <a:ext cx="2254250" cy="1841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ECEC11-DFA5-20C1-BB6D-DA17E146858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563" t="14074" r="14221" b="31389"/>
          <a:stretch>
            <a:fillRect/>
          </a:stretch>
        </p:blipFill>
        <p:spPr>
          <a:xfrm>
            <a:off x="9874250" y="118822"/>
            <a:ext cx="2317750" cy="176744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613497-44D4-2C9B-F35C-09648F0B0F09}"/>
              </a:ext>
            </a:extLst>
          </p:cNvPr>
          <p:cNvSpPr/>
          <p:nvPr/>
        </p:nvSpPr>
        <p:spPr>
          <a:xfrm>
            <a:off x="1157254" y="4121150"/>
            <a:ext cx="4614895" cy="23653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513DA1-8016-4FBB-2DB8-41FD00DD0863}"/>
              </a:ext>
            </a:extLst>
          </p:cNvPr>
          <p:cNvSpPr/>
          <p:nvPr/>
        </p:nvSpPr>
        <p:spPr>
          <a:xfrm>
            <a:off x="6025270" y="4324350"/>
            <a:ext cx="3010780" cy="234759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B4D86F-AD4D-4850-7F42-2BA9BA6A4600}"/>
              </a:ext>
            </a:extLst>
          </p:cNvPr>
          <p:cNvSpPr/>
          <p:nvPr/>
        </p:nvSpPr>
        <p:spPr>
          <a:xfrm>
            <a:off x="9441304" y="2833208"/>
            <a:ext cx="2560196" cy="272939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B618D0-F5F8-DA10-3E92-B48878E49339}"/>
              </a:ext>
            </a:extLst>
          </p:cNvPr>
          <p:cNvSpPr/>
          <p:nvPr/>
        </p:nvSpPr>
        <p:spPr>
          <a:xfrm>
            <a:off x="9181220" y="0"/>
            <a:ext cx="3010780" cy="234759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F8BEA8-AEC5-CE09-271F-DBBE2695B761}"/>
              </a:ext>
            </a:extLst>
          </p:cNvPr>
          <p:cNvSpPr txBox="1"/>
          <p:nvPr/>
        </p:nvSpPr>
        <p:spPr>
          <a:xfrm>
            <a:off x="9014736" y="5562600"/>
            <a:ext cx="336867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Unsupervised cluster + causal discovery:</a:t>
            </a:r>
          </a:p>
          <a:p>
            <a:endParaRPr lang="en-US" sz="1100"/>
          </a:p>
          <a:p>
            <a:pPr marL="228600" indent="-228600">
              <a:buFont typeface="+mj-lt"/>
              <a:buAutoNum type="arabicPeriod"/>
            </a:pPr>
            <a:r>
              <a:rPr lang="en-US" sz="1100"/>
              <a:t>Factor analysis based aggregation into distinct theoretical domains (5 clusters) and learnt topological relationships,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/>
              <a:t>Enforcing constraints to prevent reverse arrows from health outcomes.</a:t>
            </a:r>
          </a:p>
        </p:txBody>
      </p:sp>
    </p:spTree>
    <p:extLst>
      <p:ext uri="{BB962C8B-B14F-4D97-AF65-F5344CB8AC3E}">
        <p14:creationId xmlns:p14="http://schemas.microsoft.com/office/powerpoint/2010/main" val="282706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ef9f489-e0a0-4eeb-87cc-3a526112fd0d}" enabled="0" method="" siteId="{9ef9f489-e0a0-4eeb-87cc-3a526112fd0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Soumik Purkayastha</dc:creator>
  <cp:revision>1</cp:revision>
  <dcterms:created xsi:type="dcterms:W3CDTF">2026-01-28T08:50:11Z</dcterms:created>
  <dcterms:modified xsi:type="dcterms:W3CDTF">2026-01-29T15:52:58Z</dcterms:modified>
</cp:coreProperties>
</file>